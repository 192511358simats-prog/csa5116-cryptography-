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0012732555 Varsha" userId="6a107930a8e797ae" providerId="LiveId" clId="{FF5647E4-E565-46CF-B1F5-21B879C74109}"/>
    <pc:docChg chg="custSel modSld">
      <pc:chgData name="00012732555 Varsha" userId="6a107930a8e797ae" providerId="LiveId" clId="{FF5647E4-E565-46CF-B1F5-21B879C74109}" dt="2026-07-15T04:42:55.787" v="25" actId="2711"/>
      <pc:docMkLst>
        <pc:docMk/>
      </pc:docMkLst>
      <pc:sldChg chg="modSp mod">
        <pc:chgData name="00012732555 Varsha" userId="6a107930a8e797ae" providerId="LiveId" clId="{FF5647E4-E565-46CF-B1F5-21B879C74109}" dt="2026-07-15T04:42:55.787" v="25" actId="2711"/>
        <pc:sldMkLst>
          <pc:docMk/>
          <pc:sldMk cId="1704277067" sldId="256"/>
        </pc:sldMkLst>
        <pc:spChg chg="mod">
          <ac:chgData name="00012732555 Varsha" userId="6a107930a8e797ae" providerId="LiveId" clId="{FF5647E4-E565-46CF-B1F5-21B879C74109}" dt="2026-07-15T04:42:55.787" v="25" actId="2711"/>
          <ac:spMkLst>
            <pc:docMk/>
            <pc:sldMk cId="1704277067" sldId="256"/>
            <ac:spMk id="6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1:34.187" v="21" actId="2711"/>
        <pc:sldMkLst>
          <pc:docMk/>
          <pc:sldMk cId="2066780256" sldId="257"/>
        </pc:sldMkLst>
        <pc:spChg chg="mod">
          <ac:chgData name="00012732555 Varsha" userId="6a107930a8e797ae" providerId="LiveId" clId="{FF5647E4-E565-46CF-B1F5-21B879C74109}" dt="2026-07-15T04:41:34.187" v="21" actId="2711"/>
          <ac:spMkLst>
            <pc:docMk/>
            <pc:sldMk cId="2066780256" sldId="257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1:13.677" v="18" actId="2711"/>
          <ac:spMkLst>
            <pc:docMk/>
            <pc:sldMk cId="2066780256" sldId="257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0:47.284" v="17" actId="2711"/>
        <pc:sldMkLst>
          <pc:docMk/>
          <pc:sldMk cId="3949239552" sldId="258"/>
        </pc:sldMkLst>
        <pc:spChg chg="mod">
          <ac:chgData name="00012732555 Varsha" userId="6a107930a8e797ae" providerId="LiveId" clId="{FF5647E4-E565-46CF-B1F5-21B879C74109}" dt="2026-07-15T04:40:47.284" v="17" actId="2711"/>
          <ac:spMkLst>
            <pc:docMk/>
            <pc:sldMk cId="3949239552" sldId="258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0:23.390" v="15" actId="2711"/>
          <ac:spMkLst>
            <pc:docMk/>
            <pc:sldMk cId="3949239552" sldId="258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0:04.479" v="14" actId="255"/>
        <pc:sldMkLst>
          <pc:docMk/>
          <pc:sldMk cId="539542712" sldId="259"/>
        </pc:sldMkLst>
        <pc:spChg chg="mod">
          <ac:chgData name="00012732555 Varsha" userId="6a107930a8e797ae" providerId="LiveId" clId="{FF5647E4-E565-46CF-B1F5-21B879C74109}" dt="2026-07-15T04:39:49.736" v="13" actId="255"/>
          <ac:spMkLst>
            <pc:docMk/>
            <pc:sldMk cId="539542712" sldId="259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0:04.479" v="14" actId="255"/>
          <ac:spMkLst>
            <pc:docMk/>
            <pc:sldMk cId="539542712" sldId="259"/>
            <ac:spMk id="6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38:56.516" v="10" actId="27636"/>
        <pc:sldMkLst>
          <pc:docMk/>
          <pc:sldMk cId="2879892137" sldId="260"/>
        </pc:sldMkLst>
        <pc:spChg chg="mod">
          <ac:chgData name="00012732555 Varsha" userId="6a107930a8e797ae" providerId="LiveId" clId="{FF5647E4-E565-46CF-B1F5-21B879C74109}" dt="2026-07-15T04:38:56.516" v="10" actId="27636"/>
          <ac:spMkLst>
            <pc:docMk/>
            <pc:sldMk cId="2879892137" sldId="260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38:18.160" v="3" actId="2711"/>
          <ac:spMkLst>
            <pc:docMk/>
            <pc:sldMk cId="2879892137" sldId="260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2:36.653" v="24" actId="2711"/>
        <pc:sldMkLst>
          <pc:docMk/>
          <pc:sldMk cId="1770587996" sldId="261"/>
        </pc:sldMkLst>
        <pc:spChg chg="mod">
          <ac:chgData name="00012732555 Varsha" userId="6a107930a8e797ae" providerId="LiveId" clId="{FF5647E4-E565-46CF-B1F5-21B879C74109}" dt="2026-07-15T04:42:36.653" v="24" actId="2711"/>
          <ac:spMkLst>
            <pc:docMk/>
            <pc:sldMk cId="1770587996" sldId="261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2:17.120" v="22" actId="2711"/>
          <ac:spMkLst>
            <pc:docMk/>
            <pc:sldMk cId="1770587996" sldId="261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56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0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4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4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04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57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2171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70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2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41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57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88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226" y="2426507"/>
            <a:ext cx="10886660" cy="164149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 Risks and 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 Impact  on  Security Goals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473" y="5012475"/>
            <a:ext cx="3369666" cy="754025"/>
          </a:xfrm>
        </p:spPr>
        <p:txBody>
          <a:bodyPr>
            <a:noAutofit/>
          </a:bodyPr>
          <a:lstStyle/>
          <a:p>
            <a:r>
              <a:rPr lang="en-US" sz="2800" dirty="0"/>
              <a:t>GUIDED BY:</a:t>
            </a:r>
            <a:br>
              <a:rPr lang="en-US" sz="2800" dirty="0"/>
            </a:br>
            <a:r>
              <a:rPr lang="en-US" sz="2800" dirty="0" err="1"/>
              <a:t>Dr.E.ANBALAGAN</a:t>
            </a:r>
            <a:endParaRPr lang="en-US" sz="2800" dirty="0"/>
          </a:p>
        </p:txBody>
      </p:sp>
      <p:pic>
        <p:nvPicPr>
          <p:cNvPr id="4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033829" y="5568392"/>
            <a:ext cx="3369666" cy="754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PRESENTED BY:</a:t>
            </a:r>
            <a:br>
              <a:rPr lang="en-US" sz="2800" dirty="0"/>
            </a:br>
            <a:r>
              <a:rPr lang="en-US" sz="2800" dirty="0"/>
              <a:t>VARSHA.S</a:t>
            </a:r>
          </a:p>
          <a:p>
            <a:r>
              <a:rPr lang="en-US" sz="2800" dirty="0"/>
              <a:t>(192511358)</a:t>
            </a:r>
          </a:p>
        </p:txBody>
      </p:sp>
      <p:sp>
        <p:nvSpPr>
          <p:cNvPr id="6" name="TextBox 5"/>
          <p:cNvSpPr txBox="1"/>
          <p:nvPr/>
        </p:nvSpPr>
        <p:spPr>
          <a:xfrm rot="10800000" flipV="1">
            <a:off x="3488636" y="4119288"/>
            <a:ext cx="6549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CSA5116-CRYPTOGRAPHY AND NETWORK 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7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183" y="427916"/>
            <a:ext cx="8511209" cy="1135684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Security</a:t>
            </a: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08992" y="1563600"/>
            <a:ext cx="8318174" cy="459282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Security Goals?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 are the fundamental principles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protect information and ensure secure communication.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They Important?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sensitive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unauthorized access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reliable and secure systems 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Security Goals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from unauthorized access.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data remains accurate and unaltered.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authorized users can access information when needed.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1034" name="Picture 10" descr="CIA Triad: The Three Goals of Cybersecurity Explain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992" y="2217963"/>
            <a:ext cx="4452729" cy="351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58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175" y="3438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Threats,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175" y="1798623"/>
            <a:ext cx="7971934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danger that can harm a system or its information.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Hacker, Malware, Natural Disaster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intentional attempt to exploit a system and gain unauthorized access.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Phishing, Ransomware,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chance of loss or damage when a threat exploits a vulnerability.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theft, Financial loss, Service disruption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 (Threat)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 (Attack)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Stolen Password (Risk)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047461" y="5198165"/>
            <a:ext cx="63312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Threat → Vulnerability → Attack → Risk →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8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687" y="321158"/>
            <a:ext cx="7315200" cy="1325563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Security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425" y="1785868"/>
            <a:ext cx="7188975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information without altering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of Message Contents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Unauthorized reading of data.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Monitoring communication patterns.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</a:p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Modify, disrupt, or destroy information.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Impersonating an authorized user.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Resending intercepted data.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Modification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Altering transmitted messages.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Disrupting access to services</a:t>
            </a:r>
            <a:r>
              <a:rPr lang="en-IN" sz="2000" dirty="0"/>
              <a:t>.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17866"/>
              </p:ext>
            </p:extLst>
          </p:nvPr>
        </p:nvGraphicFramePr>
        <p:xfrm>
          <a:off x="7518400" y="2047462"/>
          <a:ext cx="4219714" cy="353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60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Passive Attack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Active Attack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Observes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Modifies or disrupts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Difficult to detect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Easier to detect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50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Affects Confidentiality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Affects Integrity &amp;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3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39" y="625078"/>
            <a:ext cx="5834270" cy="914401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9250" y="2051468"/>
            <a:ext cx="67646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information by converting it into unreadable cipher text.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identity of users before allowing access to systems or data.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Restricts access to information based on user roles and permissions.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important data can be restored after cyberattacks or system failures.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32" y="2078498"/>
            <a:ext cx="4576969" cy="37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4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57" y="454802"/>
            <a:ext cx="9733722" cy="12549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Impact of Security Threats &amp; Conclusion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122" y="1709755"/>
            <a:ext cx="961905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to confidential or sensitive information.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Loss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incurred due to cyberattacks, fraud, random payments, and system recovery.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Disruption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Interruptions in business operations caused by attacks such as malware or Denial-of-Service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or organizational information is stolen and misused for fraudulent activities.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989213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818</TotalTime>
  <Words>427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Corbel</vt:lpstr>
      <vt:lpstr>Times New Roman</vt:lpstr>
      <vt:lpstr>Wingdings</vt:lpstr>
      <vt:lpstr>Depth</vt:lpstr>
      <vt:lpstr>Security Attacks, Threats,  Risks and   Their  Impact  on  Security Goals</vt:lpstr>
      <vt:lpstr>Introduction to Information Security</vt:lpstr>
      <vt:lpstr>Understanding Threats,  Attacks &amp; Risks</vt:lpstr>
      <vt:lpstr>Types of Security Attacks</vt:lpstr>
      <vt:lpstr>Security Measures </vt:lpstr>
      <vt:lpstr>   Impact of Security Threats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Attacks, Threats,  Risks and   Their  Impact  on  Security Goals</dc:title>
  <dc:creator>SRI SAI TECH</dc:creator>
  <cp:lastModifiedBy>00012732555 Varsha</cp:lastModifiedBy>
  <cp:revision>11</cp:revision>
  <dcterms:created xsi:type="dcterms:W3CDTF">2026-07-14T14:48:58Z</dcterms:created>
  <dcterms:modified xsi:type="dcterms:W3CDTF">2026-07-15T04:43:04Z</dcterms:modified>
</cp:coreProperties>
</file>